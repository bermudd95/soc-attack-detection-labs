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Lato" panose="020F0502020204030203" pitchFamily="34" charset="0"/>
      <p:regular r:id="rId7"/>
      <p:bold r:id="rId8"/>
      <p:italic r:id="rId9"/>
      <p:boldItalic r:id="rId10"/>
    </p:embeddedFont>
    <p:embeddedFont>
      <p:font typeface="Raleway" panose="020B0604020202020204" pitchFamily="2" charset="0"/>
      <p:regular r:id="rId11"/>
      <p:bold r:id="rId12"/>
      <p:italic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400" y="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1231f45f93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1231f45f93_0_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1231f45f93_0_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11231f45f93_0_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11231f45f93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11231f45f93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3750" y="1322450"/>
            <a:ext cx="80322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33" dirty="0"/>
              <a:t>Familiarize yourself with phishing attacks</a:t>
            </a:r>
            <a:br>
              <a:rPr lang="en" sz="2933" dirty="0"/>
            </a:br>
            <a:br>
              <a:rPr lang="en" sz="2933" dirty="0"/>
            </a:br>
            <a:r>
              <a:rPr lang="en" sz="2933" dirty="0"/>
              <a:t>HR and Marketing </a:t>
            </a:r>
            <a:endParaRPr sz="2933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phishing?</a:t>
            </a:r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285750" indent="-285750">
              <a:spcAft>
                <a:spcPts val="1200"/>
              </a:spcAft>
            </a:pPr>
            <a:r>
              <a:rPr lang="en" sz="1400" dirty="0"/>
              <a:t>Phishing is referred to as the act of attempting to gain sensitive information while posing as a member of an organization or team. </a:t>
            </a:r>
          </a:p>
          <a:p>
            <a:pPr marL="742950" lvl="1" indent="-285750">
              <a:spcAft>
                <a:spcPts val="1200"/>
              </a:spcAft>
            </a:pPr>
            <a:r>
              <a:rPr lang="en" sz="1200" dirty="0"/>
              <a:t>A link will usually be attached and the bad actor will ask the user to click on it.</a:t>
            </a:r>
          </a:p>
          <a:p>
            <a:pPr marL="742950" lvl="1" indent="-285750">
              <a:spcAft>
                <a:spcPts val="1200"/>
              </a:spcAft>
            </a:pPr>
            <a:r>
              <a:rPr lang="en" sz="1200" dirty="0">
                <a:solidFill>
                  <a:srgbClr val="FF0000"/>
                </a:solidFill>
              </a:rPr>
              <a:t>Do Not Click On It!!</a:t>
            </a:r>
          </a:p>
          <a:p>
            <a:pPr marL="1200150" lvl="2" indent="-285750">
              <a:spcAft>
                <a:spcPts val="1200"/>
              </a:spcAft>
            </a:pPr>
            <a:r>
              <a:rPr lang="en" sz="1200" dirty="0">
                <a:solidFill>
                  <a:srgbClr val="FF0000"/>
                </a:solidFill>
              </a:rPr>
              <a:t>This can lead to Viruses or other Malware that can cause harm or allow unauthorized access. </a:t>
            </a:r>
          </a:p>
          <a:p>
            <a:pPr marL="285750" indent="-285750">
              <a:spcAft>
                <a:spcPts val="1200"/>
              </a:spcAft>
            </a:pPr>
            <a:r>
              <a:rPr lang="en" sz="1400" dirty="0"/>
              <a:t>This is usually conducted through email.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>
              <a:spcAft>
                <a:spcPts val="1200"/>
              </a:spcAft>
            </a:pPr>
            <a:r>
              <a:rPr lang="en-US" dirty="0"/>
              <a:t>Some things to look out for that could identify a phishing email are: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Improper </a:t>
            </a:r>
            <a:r>
              <a:rPr lang="en-US" dirty="0" err="1"/>
              <a:t>grammer</a:t>
            </a:r>
            <a:r>
              <a:rPr lang="en-US" dirty="0"/>
              <a:t>, spelling, etc. </a:t>
            </a:r>
          </a:p>
          <a:p>
            <a:pPr marL="742950" lvl="1" indent="-285750">
              <a:spcAft>
                <a:spcPts val="1200"/>
              </a:spcAft>
            </a:pPr>
            <a:r>
              <a:rPr lang="en-US" dirty="0"/>
              <a:t>Senders Email address is from outside of your company or misspelled. </a:t>
            </a:r>
            <a:endParaRPr dirty="0"/>
          </a:p>
        </p:txBody>
      </p:sp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Learn to spot phishing emails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stop getting phished?</a:t>
            </a:r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285750" indent="-285750">
              <a:spcAft>
                <a:spcPts val="1200"/>
              </a:spcAft>
            </a:pPr>
            <a:r>
              <a:rPr lang="en" sz="1400" dirty="0"/>
              <a:t>So</a:t>
            </a:r>
            <a:r>
              <a:rPr lang="en-US" sz="1400" dirty="0"/>
              <a:t>me</a:t>
            </a:r>
            <a:r>
              <a:rPr lang="en" sz="1400" dirty="0"/>
              <a:t> ways to prevent being phished:</a:t>
            </a:r>
          </a:p>
          <a:p>
            <a:pPr marL="742950" lvl="1" indent="-285750">
              <a:spcAft>
                <a:spcPts val="1200"/>
              </a:spcAft>
            </a:pPr>
            <a:r>
              <a:rPr lang="en" dirty="0"/>
              <a:t>Reach out to the department or company that sent out the email to confirm that they did send you the email. </a:t>
            </a:r>
          </a:p>
          <a:p>
            <a:pPr marL="742950" lvl="1" indent="-285750">
              <a:spcAft>
                <a:spcPts val="1200"/>
              </a:spcAft>
            </a:pPr>
            <a:r>
              <a:rPr lang="en" dirty="0"/>
              <a:t>Do not click or download items from an email you don’t know. </a:t>
            </a:r>
          </a:p>
          <a:p>
            <a:pPr marL="742950" lvl="1" indent="-285750">
              <a:spcAft>
                <a:spcPts val="1200"/>
              </a:spcAft>
            </a:pPr>
            <a:r>
              <a:rPr lang="en" dirty="0"/>
              <a:t>Report it to your manager or member of IT. </a:t>
            </a:r>
          </a:p>
          <a:p>
            <a:pPr marL="742950" lvl="1" indent="-285750">
              <a:spcAft>
                <a:spcPts val="1200"/>
              </a:spcAft>
            </a:pPr>
            <a:r>
              <a:rPr lang="en" dirty="0"/>
              <a:t>Delete the email if it is confirmed to be a phishing email. </a:t>
            </a:r>
          </a:p>
          <a:p>
            <a:pPr marL="742950" lvl="1" indent="-285750">
              <a:spcAft>
                <a:spcPts val="1200"/>
              </a:spcAft>
            </a:pPr>
            <a:r>
              <a:rPr lang="en" dirty="0"/>
              <a:t>Spread awareness</a:t>
            </a:r>
          </a:p>
          <a:p>
            <a:pPr marL="1200150" lvl="2" indent="-285750">
              <a:spcAft>
                <a:spcPts val="1200"/>
              </a:spcAft>
            </a:pPr>
            <a:r>
              <a:rPr lang="en" dirty="0"/>
              <a:t>Educate coworkers or new hires. 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On-screen Show (16:9)</PresentationFormat>
  <Paragraphs>19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Raleway</vt:lpstr>
      <vt:lpstr>Lato</vt:lpstr>
      <vt:lpstr>Streamline</vt:lpstr>
      <vt:lpstr>Familiarize yourself with phishing attacks  HR and Marketing </vt:lpstr>
      <vt:lpstr>What is phishing?</vt:lpstr>
      <vt:lpstr>Learn to spot phishing emails</vt:lpstr>
      <vt:lpstr>How do we stop getting phished?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Familiarize yourself with phishing attacks HR and Marketing</dc:title>
  <dc:creator>Bermudez, Danny [C]</dc:creator>
  <cp:lastModifiedBy>Bermudez, Danny [C]</cp:lastModifiedBy>
  <cp:revision>2</cp:revision>
  <dcterms:modified xsi:type="dcterms:W3CDTF">2024-10-22T05:46:04Z</dcterms:modified>
</cp:coreProperties>
</file>